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2377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Segoe UI"/>
              </a:rPr>
              <a:t>🧠  MindCare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Segoe UI"/>
              </a:rPr>
              <a:t>An AI-Powered Mental Health Chatbot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0">
                <a:solidFill>
                  <a:srgbClr val="E0DDFF"/>
                </a:solidFill>
                <a:latin typeface="Segoe UI"/>
              </a:rPr>
              <a:t>Multilingual (English &amp; Swahili) emotional support, intent classification, crisis detection &amp; appointment booking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Joy Njoroge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EEECFF"/>
                </a:solidFill>
                <a:latin typeface="Segoe UI"/>
              </a:rPr>
              <a:t>Full-Stack AI Project  •  Final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Segoe UI"/>
              </a:rP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Segoe UI"/>
              </a:rP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2011680" cy="381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Segoe UI"/>
              </a:rPr>
              <a:t>•  Mental health support in Kenya &amp; East Africa is scarce, costly, and stigmatized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4B5563"/>
                </a:solidFill>
                <a:latin typeface="Segoe UI"/>
              </a:rPr>
              <a:t>–  Very few professionals per capita; long waits and high consultation costs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4B5563"/>
                </a:solidFill>
                <a:latin typeface="Segoe UI"/>
              </a:rPr>
              <a:t>–  Stigma stops many people from seeking help in person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Segoe UI"/>
              </a:rPr>
              <a:t>•  Most digital mental-health tools are English-only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4B5563"/>
                </a:solidFill>
                <a:latin typeface="Segoe UI"/>
              </a:rPr>
              <a:t>–  This excludes millions of Swahili-first speakers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Segoe UI"/>
              </a:rPr>
              <a:t>•  People need immediate, private, judgment-free support — any time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4B5563"/>
                </a:solidFill>
                <a:latin typeface="Segoe UI"/>
              </a:rPr>
              <a:t>–  Distress and crisis moments do not wait for office hours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Segoe UI"/>
              </a:rPr>
              <a:t>•  Crisis situations need instant, safe, responsible guidance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4B5563"/>
                </a:solidFill>
                <a:latin typeface="Segoe UI"/>
              </a:rPr>
              <a:t>–  A wrong or absent response at the wrong moment can be dangerous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Segoe UI"/>
              </a:rPr>
              <a:t>MindCare — AI Mental Health Chatbot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4B5563"/>
                </a:solidFill>
                <a:latin typeface="Segoe UI"/>
              </a:rPr>
              <a:t>Joy Njoroge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Segoe UI"/>
              </a:rPr>
              <a:t>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Segoe UI"/>
              </a:rPr>
              <a:t>Our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2011680" cy="381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Segoe UI"/>
              </a:rPr>
              <a:t>•  MindCare — a full-stack AI chatbot for emotional support &amp; awareness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Segoe UI"/>
              </a:rPr>
              <a:t>•  Chats naturally in BOTH English and Swahili (auto-detected)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4B5563"/>
                </a:solidFill>
                <a:latin typeface="Segoe UI"/>
              </a:rPr>
              <a:t>–  Detects the user's language and replies in the same language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Segoe UI"/>
              </a:rPr>
              <a:t>•  Hybrid intelligence: LLM for natural replies + trained model fallback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4B5563"/>
                </a:solidFill>
                <a:latin typeface="Segoe UI"/>
              </a:rPr>
              <a:t>–  Always responds, even without internet or an API key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Segoe UI"/>
              </a:rPr>
              <a:t>•  Sentiment-aware, empathetic responses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4B5563"/>
                </a:solidFill>
                <a:latin typeface="Segoe UI"/>
              </a:rPr>
              <a:t>–  Adjusts tone based on detected emotion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Segoe UI"/>
              </a:rPr>
              <a:t>•  Safety-first crisis detection (English &amp; Swahili)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Segoe UI"/>
              </a:rPr>
              <a:t>•  Extra services: appointment booking, journaling, therapist directory, M-Pesa donations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Segoe UI"/>
              </a:rPr>
              <a:t>MindCare — AI Mental Health Chatbot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4B5563"/>
                </a:solidFill>
                <a:latin typeface="Segoe UI"/>
              </a:rPr>
              <a:t>Joy Njoroge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Segoe UI"/>
              </a:rPr>
              <a:t>HOW IT'S STRUCTURED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Segoe UI"/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2011680" cy="381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Segoe UI"/>
              </a:rPr>
              <a:t>•  Decoupled client–server architecture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4B5563"/>
                </a:solidFill>
                <a:latin typeface="Segoe UI"/>
              </a:rPr>
              <a:t>–  Frontend: React single-page app, deployed on Vercel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4B5563"/>
                </a:solidFill>
                <a:latin typeface="Segoe UI"/>
              </a:rPr>
              <a:t>–  Backend: Flask REST API, deployed on Render (Gunicorn)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4B5563"/>
                </a:solidFill>
                <a:latin typeface="Segoe UI"/>
              </a:rPr>
              <a:t>–  Communication: HTTPS + CORS-scoped JSON/text over REST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Segoe UI"/>
              </a:rPr>
              <a:t>•  Backend intelligence layers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4B5563"/>
                </a:solidFill>
                <a:latin typeface="Segoe UI"/>
              </a:rPr>
              <a:t>–  ML/NLP engine (intent model, sentiment, entities, language detection)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4B5563"/>
                </a:solidFill>
                <a:latin typeface="Segoe UI"/>
              </a:rPr>
              <a:t>–  LLM providers (Groq / Gemini / Ollama)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4B5563"/>
                </a:solidFill>
                <a:latin typeface="Segoe UI"/>
              </a:rPr>
              <a:t>–  Translation models (MarianMT EN↔SW)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Segoe UI"/>
              </a:rPr>
              <a:t>•  Data &amp; integrations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4B5563"/>
                </a:solidFill>
                <a:latin typeface="Segoe UI"/>
              </a:rPr>
              <a:t>–  SQLite (appointments)  •  M-Pesa STK Push  •  models pulled from HuggingFace at startup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Segoe UI"/>
              </a:rPr>
              <a:t>MindCare — AI Mental Health Chatbot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4B5563"/>
                </a:solidFill>
                <a:latin typeface="Segoe UI"/>
              </a:rPr>
              <a:t>Joy Njoroge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Segoe UI"/>
              </a:rPr>
              <a:t>REQUEST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Segoe UI"/>
              </a:rPr>
              <a:t>System Design — Chat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2011680" cy="381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Segoe UI"/>
              </a:rPr>
              <a:t>•  Every message flows through a layered pipeline: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4B5563"/>
                </a:solidFill>
                <a:latin typeface="Segoe UI"/>
              </a:rPr>
              <a:t>–  1. Detect language — spaCy + Swahili keyword heuristic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4B5563"/>
                </a:solidFill>
                <a:latin typeface="Segoe UI"/>
              </a:rPr>
              <a:t>–  2. If Swahili → translate input to English (MarianMT)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4B5563"/>
                </a:solidFill>
                <a:latin typeface="Segoe UI"/>
              </a:rPr>
              <a:t>–  3. Analyze sentiment (TextBlob) — polarity &amp; mood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4B5563"/>
                </a:solidFill>
                <a:latin typeface="Segoe UI"/>
              </a:rPr>
              <a:t>–  4. Crisis screening — regex (EN + SW) + intent confidence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4B5563"/>
                </a:solidFill>
                <a:latin typeface="Segoe UI"/>
              </a:rPr>
              <a:t>–  5. Generate reply → LLM (primary) or trained model (fallback)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4B5563"/>
                </a:solidFill>
                <a:latin typeface="Segoe UI"/>
              </a:rPr>
              <a:t>–  6. Reply in the user's language (LLM answers in Swahili directly)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Segoe UI"/>
              </a:rPr>
              <a:t>•  Design principle: layered fallback = the bot always answers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4B5563"/>
                </a:solidFill>
                <a:latin typeface="Segoe UI"/>
              </a:rPr>
              <a:t>–  Crisis gate runs BEFORE generation — safety is never skipped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Segoe UI"/>
              </a:rPr>
              <a:t>MindCare — AI Mental Health Chatbot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4B5563"/>
                </a:solidFill>
                <a:latin typeface="Segoe UI"/>
              </a:rPr>
              <a:t>Joy Njoroge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Segoe UI"/>
              </a:rPr>
              <a:t>KEY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Segoe UI"/>
              </a:rPr>
              <a:t>System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2011680" cy="381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Segoe UI"/>
              </a:rPr>
              <a:t>•  Chatbot module — intent classification + LLM response generation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Segoe UI"/>
              </a:rPr>
              <a:t>•  NLP module — sentiment analysis, entity recognition, language detection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Segoe UI"/>
              </a:rPr>
              <a:t>•  Translation module — English ↔ Swahili (MarianMT), sentence-aware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Segoe UI"/>
              </a:rPr>
              <a:t>•  Safety module — multilingual crisis detection &amp; safe responses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Segoe UI"/>
              </a:rPr>
              <a:t>•  Appointment module — book &amp; view counselling sessions (SQLite)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Segoe UI"/>
              </a:rPr>
              <a:t>•  Donations module — M-Pesa STK Push (Safaricom)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Segoe UI"/>
              </a:rPr>
              <a:t>•  Frontend modules — chat widget, booking, journal, therapists, resources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Segoe UI"/>
              </a:rPr>
              <a:t>MindCare — AI Mental Health Chatbot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4B5563"/>
                </a:solidFill>
                <a:latin typeface="Segoe UI"/>
              </a:rPr>
              <a:t>Joy Njoroge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Segoe UI"/>
              </a:rPr>
              <a:t>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Segoe UI"/>
              </a:rPr>
              <a:t>Project / Tech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2011680" cy="381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Segoe UI"/>
              </a:rPr>
              <a:t>•  Frontend — React 19, Vite 7, Tailwind CSS 4, React Router, lucide-react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Segoe UI"/>
              </a:rPr>
              <a:t>•  Backend — Python, Flask 3, Flask-CORS, Gunicorn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Segoe UI"/>
              </a:rPr>
              <a:t>•  Machine Learning — Keras/TensorFlow → TFLite (lightweight inference)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Segoe UI"/>
              </a:rPr>
              <a:t>•  NLP — NLTK, spaCy, TextBlob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Segoe UI"/>
              </a:rPr>
              <a:t>•  Translation — HuggingFace Transformers (MarianMT)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Segoe UI"/>
              </a:rPr>
              <a:t>•  LLM — Groq (gpt-oss-120b), Google Gemini, or Ollama (local)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Segoe UI"/>
              </a:rPr>
              <a:t>•  Data — SQLite, HuggingFace Hub (model hosting)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Segoe UI"/>
              </a:rPr>
              <a:t>•  Deployment — Vercel (frontend), Render (backend)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Segoe UI"/>
              </a:rPr>
              <a:t>MindCare — AI Mental Health Chatbot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4B5563"/>
                </a:solidFill>
                <a:latin typeface="Segoe UI"/>
              </a:rPr>
              <a:t>Joy Njoroge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Segoe UI"/>
              </a:rPr>
              <a:t>DATA BEHIND THE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Segoe UI"/>
              </a:rPr>
              <a:t>Datasets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2011680" cy="381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Segoe UI"/>
              </a:rPr>
              <a:t>•  Intent dataset — hand-authored in intents.json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4B5563"/>
                </a:solidFill>
                <a:latin typeface="Segoe UI"/>
              </a:rPr>
              <a:t>–  155 intents, each with example patterns + curated responses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4B5563"/>
                </a:solidFill>
                <a:latin typeface="Segoe UI"/>
              </a:rPr>
              <a:t>–  458-word vocabulary, 154 output classes after cleaning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4B5563"/>
                </a:solidFill>
                <a:latin typeface="Segoe UI"/>
              </a:rPr>
              <a:t>–  Training data derived via bag-of-words vectorization of patterns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Segoe UI"/>
              </a:rPr>
              <a:t>•  Translation models — pretrained MarianMT (Rogendo en-sw / sw-en)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4B5563"/>
                </a:solidFill>
                <a:latin typeface="Segoe UI"/>
              </a:rPr>
              <a:t>–  Fine-tuned English↔Swahili neural machine translation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Segoe UI"/>
              </a:rPr>
              <a:t>•  Model hosting — classifier artifacts on HuggingFace Hub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4B5563"/>
                </a:solidFill>
                <a:latin typeface="Segoe UI"/>
              </a:rPr>
              <a:t>–  Downloaded automatically at startup (kept out of Git)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Segoe UI"/>
              </a:rPr>
              <a:t>MindCare — AI Mental Health Chatbot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4B5563"/>
                </a:solidFill>
                <a:latin typeface="Segoe UI"/>
              </a:rPr>
              <a:t>Joy Njoroge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Segoe UI"/>
              </a:rPr>
              <a:t>GETTING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Segoe UI"/>
              </a:rPr>
              <a:t>How to Run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2011680" cy="381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Segoe UI"/>
              </a:rPr>
              <a:t>•  Backend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4B5563"/>
                </a:solidFill>
                <a:latin typeface="Segoe UI"/>
              </a:rPr>
              <a:t>–  python -m venv venv  →  activate  →  pip install -r requirements.txt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4B5563"/>
                </a:solidFill>
                <a:latin typeface="Segoe UI"/>
              </a:rPr>
              <a:t>–  Set .env (GROQ_API_KEY, etc.)  →  python app.py  →  http://127.0.0.1:5000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Segoe UI"/>
              </a:rPr>
              <a:t>•  Frontend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4B5563"/>
                </a:solidFill>
                <a:latin typeface="Segoe UI"/>
              </a:rPr>
              <a:t>–  cd frontend  →  npm install  →  npm run dev  →  http://localhost:5173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Segoe UI"/>
              </a:rPr>
              <a:t>•  Retrain the model (optional)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4B5563"/>
                </a:solidFill>
                <a:latin typeface="Segoe UI"/>
              </a:rPr>
              <a:t>–  python training.py  →  python convert_to_tflite.py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Segoe UI"/>
              </a:rPr>
              <a:t>•  Deployment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4B5563"/>
                </a:solidFill>
                <a:latin typeface="Segoe UI"/>
              </a:rPr>
              <a:t>–  Backend on Render (gunicorn app:app)  •  Frontend on Vercel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Segoe UI"/>
              </a:rPr>
              <a:t>MindCare — AI Mental Health Chatbot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4B5563"/>
                </a:solidFill>
                <a:latin typeface="Segoe UI"/>
              </a:rPr>
              <a:t>Joy Njoroge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Segoe UI"/>
              </a:rPr>
              <a:t>RESULTS SO FAR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Segoe UI"/>
              </a:rPr>
              <a:t>Effectiveness &amp; Traction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2011680" cy="381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Segoe UI"/>
              </a:rPr>
              <a:t>•  Effectiveness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4B5563"/>
                </a:solidFill>
                <a:latin typeface="Segoe UI"/>
              </a:rPr>
              <a:t>–  Hybrid LLM + trained model → natural yet reliable answers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4B5563"/>
                </a:solidFill>
                <a:latin typeface="Segoe UI"/>
              </a:rPr>
              <a:t>–  Empathy-aware replies tuned by sentiment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4B5563"/>
                </a:solidFill>
                <a:latin typeface="Segoe UI"/>
              </a:rPr>
              <a:t>–  Safety-first crisis handling in two languages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4B5563"/>
                </a:solidFill>
                <a:latin typeface="Segoe UI"/>
              </a:rPr>
              <a:t>–  Works offline via fallback — high availability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Segoe UI"/>
              </a:rPr>
              <a:t>•  Traction &amp; milestones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4B5563"/>
                </a:solidFill>
                <a:latin typeface="Segoe UI"/>
              </a:rPr>
              <a:t>–  Fully functional full-stack app, deployed and demoable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4B5563"/>
                </a:solidFill>
                <a:latin typeface="Segoe UI"/>
              </a:rPr>
              <a:t>–  Verified bilingual (EN + SW) end-to-end conversations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4B5563"/>
                </a:solidFill>
                <a:latin typeface="Segoe UI"/>
              </a:rPr>
              <a:t>–  Working appointment booking + M-Pesa donations (sandbox)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Segoe UI"/>
              </a:rPr>
              <a:t>MindCare — AI Mental Health Chatbot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4B5563"/>
                </a:solidFill>
                <a:latin typeface="Segoe UI"/>
              </a:rPr>
              <a:t>Joy Njoroge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Segoe UI"/>
              </a:rPr>
              <a:t>HOW WE'RE DIFFERENT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Segoe UI"/>
              </a:rPr>
              <a:t>Comparison with Existing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2011680" cy="381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Segoe UI"/>
              </a:rPr>
              <a:t>•  vs. commercial bots (Woebot, Wysa)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4B5563"/>
                </a:solidFill>
                <a:latin typeface="Segoe UI"/>
              </a:rPr>
              <a:t>–  Those are English-only &amp; closed; MindCare is open &amp; Swahili-capable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Segoe UI"/>
              </a:rPr>
              <a:t>•  vs. simple FAQ / rule-based bots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4B5563"/>
                </a:solidFill>
                <a:latin typeface="Segoe UI"/>
              </a:rPr>
              <a:t>–  MindCare adds LLM reasoning, sentiment &amp; crisis detection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Segoe UI"/>
              </a:rPr>
              <a:t>•  vs. the earlier version of this project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4B5563"/>
                </a:solidFill>
                <a:latin typeface="Segoe UI"/>
              </a:rPr>
              <a:t>–  Was scikit-learn, English-only, no LLM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4B5563"/>
                </a:solidFill>
                <a:latin typeface="Segoe UI"/>
              </a:rPr>
              <a:t>–  Now: TFLite + LLM + Swahili + crisis safety + booking + payments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Segoe UI"/>
              </a:rPr>
              <a:t>•  Local context advantage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4B5563"/>
                </a:solidFill>
                <a:latin typeface="Segoe UI"/>
              </a:rPr>
              <a:t>–  Swahili support and M-Pesa donations built for the East African 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Segoe UI"/>
              </a:rPr>
              <a:t>MindCare — AI Mental Health Chatbot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4B5563"/>
                </a:solidFill>
                <a:latin typeface="Segoe UI"/>
              </a:rPr>
              <a:t>Joy Njoroge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Segoe UI"/>
              </a:rPr>
              <a:t>WHERE WE ARE &amp; 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Segoe UI"/>
              </a:rPr>
              <a:t>Roadmap, Version Control &amp; Status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2011680" cy="381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Segoe UI"/>
              </a:rPr>
              <a:t>•  Version control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4B5563"/>
                </a:solidFill>
                <a:latin typeface="Segoe UI"/>
              </a:rPr>
              <a:t>–  Git + GitHub, iterative commits on the main branch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Segoe UI"/>
              </a:rPr>
              <a:t>•  Current status — up to where we are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4B5563"/>
                </a:solidFill>
                <a:latin typeface="Segoe UI"/>
              </a:rPr>
              <a:t>–  Core chat, bilingual support, booking, donations — all deployed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4B5563"/>
                </a:solidFill>
                <a:latin typeface="Segoe UI"/>
              </a:rPr>
              <a:t>–  Recent work: fixed Swahili detection, model loading &amp; LLM language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Segoe UI"/>
              </a:rPr>
              <a:t>•  What we want to improve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4B5563"/>
                </a:solidFill>
                <a:latin typeface="Segoe UI"/>
              </a:rPr>
              <a:t>–  User authentication &amp; persistent database (PostgreSQL)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4B5563"/>
                </a:solidFill>
                <a:latin typeface="Segoe UI"/>
              </a:rPr>
              <a:t>–  Conversation memory, email confirmations, admin/therapist portal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4B5563"/>
                </a:solidFill>
                <a:latin typeface="Segoe UI"/>
              </a:rPr>
              <a:t>–  Re-enable semantic search; add more languages; mobile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Segoe UI"/>
              </a:rPr>
              <a:t>MindCare — AI Mental Health Chatbot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4B5563"/>
                </a:solidFill>
                <a:latin typeface="Segoe UI"/>
              </a:rPr>
              <a:t>Joy Njoroge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